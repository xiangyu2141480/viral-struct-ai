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我们做的不是普通视频生成器,而是把爆款短视频抽象成结构协议,再迁移到新商品和真实素材上的 AI 创作系统。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真正可迁移的不是冰块、键盘、品牌元素,而是开头如何抓人、节奏如何推进、卖点如何展开、CTA 如何收口。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我们的核心洞察是把视频看成一个结构对象,而不是一堆画面。只有中间这层创意语法能脱离源品类被迁移。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全场记忆点。结构协议让感觉变成可计算对象:role 这段干什么、subtype 结构怎么走、motionToken 运动语法、packaging 画面包装。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这不是单 prompt,而是每一步都有结构化协议和可验证中间结果。从视频证据到可执行时间线,每个节点都是显式协议对象。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用一个真实案例串起后面所有 Agent。MacBook 的画面不能复制,但它的结构能力可以迁移到冰红茶。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逐帧理解太贵,所以我们用候选帧和峰值片段提高信噪比。Rough Scan 先快定位,Fine Scan 再细提取。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这是区别于 prompt-to-video 的核心协议层。抽取结构,不复制源片内容。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用户素材先变成 AssetCard 再进入匹配。长视频拆成子切片,每个切片独立 AssetCard,避免被误复用到所有槽位。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这是我们和普通素材匹配最大的区别,我们判断的是功能支撑,不是关键词相关。产品可见不等于使用演示。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素材不足时系统诚实指出缺什么、怎么补。partial 优先 HyperFrames,missing 才走补拍或 AIGC。AIGC job-card 是 plan-only,没 key 不返回假 MP4。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Director Agent 的价值在于做创作决策,而不是单纯生成脚本。简报解析、产品理解、品类等价、源身份护栏都是它的内部阶段。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从导演计划到可执行时间线,并保持安全边界。不伪造成片、不复制源片、不编造营销事实。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不是一次性 Demo,而是可运行、可测试、可失败定位的系统。验证命令现场可跑。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这页直接帮评委打分。从基础闭环到加分项,逐项对应实现与展示证据。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评委很可能追问你自己做了什么。Codex 辅助实现,我们负责问题定义、系统设计、结果验证和最终整合。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收尾:把看起来有效的爆款视频变成可以复用、可以编辑、可以迁移的创作结构。三大差异化:结构解耦、素材诚实诊断、工程化 AI 协作。欢迎提问。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2026-06-18T20:51:03Z</dcterms:created>
  <dcterms:modified xsi:type="dcterms:W3CDTF">2026-06-18T20:51:03Z</dcterms:modified>
</cp:coreProperties>
</file>